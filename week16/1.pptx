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29CA45-E660-FDB3-1BCC-B3095BAB9D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F59380E-CB4D-316C-6131-2F92430A1A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9F722E-5182-B6DF-136D-3AFD68B4E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803B-9943-41EC-A63C-63EEC1BD893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E011BF4-8865-CEAC-6924-77DC4EAE3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9ED2540-BD3F-B214-8222-8FD63691A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C10C7-CDCA-4900-8690-3D77B7DC6C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5436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A33305-9CBF-3842-6F53-AE98B6E79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6C4D03-FCD9-2808-1862-C172B43F2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B0E6FC-AA42-30D8-155E-8BC81B67D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803B-9943-41EC-A63C-63EEC1BD893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4554280-25D4-5A07-0192-8FEEA7289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BF7521F-05D4-11DA-1986-F0E561E2D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C10C7-CDCA-4900-8690-3D77B7DC6C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6934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2D10D2-DB77-80FC-540D-3892CB48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6491D85-0AC4-F23B-CB36-452DC9650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CD618C-7EFA-9134-C6FF-E47084059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803B-9943-41EC-A63C-63EEC1BD893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17898B-F281-30D4-3C57-2644DCAF9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3C779E-AE0F-6484-EAC6-FF0FEA36B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C10C7-CDCA-4900-8690-3D77B7DC6C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4862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8A5120-A2AD-B620-3B15-039469482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8E181C-9E0B-EC3F-FA65-F275EE20B3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E62D8F2-894D-82F2-3AFE-549B24159A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64BE2F5-1D7C-1FD7-6904-7ECF8886A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803B-9943-41EC-A63C-63EEC1BD893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24654FA-CB64-F465-BC04-B44B86E3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6C34EE8-9108-3BC8-F561-236E2803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C10C7-CDCA-4900-8690-3D77B7DC6C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8866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0065DA-36EE-2AB0-FFC4-E37F5C4D1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BF2ED2D-9CA7-62F9-28D9-74C88C678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5BAB84F-AF58-7385-1BAE-C354D0282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8DFDCC5-D07F-4487-367F-F7E6BD2D4F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B6EB81E-0B85-DAEB-13F2-2540E55E1A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0230507-85B4-E044-335E-CDF29AF93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803B-9943-41EC-A63C-63EEC1BD893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6A511A4-83DC-7C27-4E8A-0E3F95F4B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4EDF7EA-BFC2-BABB-1CB0-7B5D97308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C10C7-CDCA-4900-8690-3D77B7DC6C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4476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080911-1530-EDAD-A205-A32B514B0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029AED2-976C-A0C1-47B5-A956500DF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803B-9943-41EC-A63C-63EEC1BD893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154A2B0-46F5-8565-75FE-22EB8CD0C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EA98DDC-820E-566B-09A2-3293CAED3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C10C7-CDCA-4900-8690-3D77B7DC6C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7811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DB0617F-6C5F-6914-C28B-AE0415220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803B-9943-41EC-A63C-63EEC1BD893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61F4AA7-0F09-2E60-9680-29680C0E5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BFDE62-0578-AFD7-CA70-3DC55408B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C10C7-CDCA-4900-8690-3D77B7DC6C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3077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65B762-AB77-C535-71F4-486A00B42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6B1AA51-95A1-77E6-1E3A-3FC26AC20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A19456A-1C81-8366-7F70-E9F8649BB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DAB4C50-CD54-8C64-7030-946B8F29A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803B-9943-41EC-A63C-63EEC1BD893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3B90AC3-C4BF-492B-BB00-F92E73EF9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8C43316-F6A3-321F-B78F-D0F6E3DB7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C10C7-CDCA-4900-8690-3D77B7DC6C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4789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0BDD9C-7124-D8D3-DEE8-DAECECEE7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C40F165-0E14-CE47-C1B1-F9625B9D26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114B5C2-B255-7CC7-A826-2FF2AF408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43E3D4B-8345-5255-D64F-5527D08E2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803B-9943-41EC-A63C-63EEC1BD893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DF1446A-438C-C1D2-2537-8389C1AE0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592AB2D-362A-6037-353E-C71E4DA99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C10C7-CDCA-4900-8690-3D77B7DC6C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9095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AC0496-C262-18DC-DD06-4265063F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436EFE7-AC3B-E7E3-B5B0-6765A6561F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86C3E3-D48B-84E5-94BF-ABD283981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803B-9943-41EC-A63C-63EEC1BD893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0DCF6D-0C31-F53B-951D-765F6D208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6D038BB-B972-A868-7B0A-589664A6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C10C7-CDCA-4900-8690-3D77B7DC6C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4136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FA1C811-75F6-A1EC-276A-9F2EE8CB72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F15C786-BE86-2A56-BC68-B7D8D27594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173850F-4ABB-4BD0-5820-AC99FF45E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803B-9943-41EC-A63C-63EEC1BD893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13485E-3764-3895-4E43-88A067387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081A53-1BE6-17F3-63D1-4B1BB3A43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C10C7-CDCA-4900-8690-3D77B7DC6C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8033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BACF1F5-C563-EA35-9665-3762ED694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437E4C1-4D79-D6E0-2D18-B6F046987B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AE3AA2-4B6D-E188-2B6E-618212DA43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4C803B-9943-41EC-A63C-63EEC1BD893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90AEBB4-C51E-046F-E0B1-5357C5391C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EE1A6E3-08E9-C1FB-FA1B-B9A6B55A21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5C10C7-CDCA-4900-8690-3D77B7DC6C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9843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4AFC00-0951-4404-BF06-A1049EE762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DD5845B-C211-FFAD-69AE-73AD4C1F19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4E51939-1D8D-F752-FED7-9036EE2F8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950" y="0"/>
            <a:ext cx="70011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974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6BBAB1-A41A-E3D0-413C-077A0A2B3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D5F019E-F6E2-B278-A162-8EB9FC0E3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C13116E-1E5D-6DD4-5455-EC9BCCB8E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4"/>
            <a:ext cx="10530694" cy="492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127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寬螢幕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Teacher</dc:creator>
  <cp:lastModifiedBy>Teacher</cp:lastModifiedBy>
  <cp:revision>2</cp:revision>
  <dcterms:created xsi:type="dcterms:W3CDTF">2026-06-09T06:54:58Z</dcterms:created>
  <dcterms:modified xsi:type="dcterms:W3CDTF">2026-06-09T07:21:00Z</dcterms:modified>
</cp:coreProperties>
</file>